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preparation:
- Replace the bracketed items before presenting.
- Put the participant game link on Slide 4.
- Use Slide 13 only if your protocol includes a practice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Facilitator note: Ask for 1-2 observations; do not prescribe an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Emergency Supply Chain Game</dc:title>
  <dc:subject>PptxGenJS Presentation</dc:subject>
  <dc:creator>Created by Marp</dc:creator>
  <cp:lastModifiedBy>Created by Marp</cp:lastModifiedBy>
  <cp:revision>1</cp:revision>
  <dcterms:created xsi:type="dcterms:W3CDTF">2026-09-04T02:09:29Z</dcterms:created>
  <dcterms:modified xsi:type="dcterms:W3CDTF">2026-09-04T02:09:29Z</dcterms:modified>
</cp:coreProperties>
</file>